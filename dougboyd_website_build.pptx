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6B6B"/>
                </a:solidFill>
              </a:defRPr>
            </a:pPr>
            <a:r>
              <a:t>Building dougboyd.com.au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A Static Website Build Journey with 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6B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Personal website showcasing multiple interest areas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Pure static HTML/CSS/JavaScript - no framework dependencies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Deployed to Azure Web Apps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Content-driven with markdown source files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Completely regenerated with each build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AI-assisted content generation using Claude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6B"/>
                </a:solidFill>
              </a:defRPr>
            </a:pPr>
            <a:r>
              <a:t>Architecture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Static site (no build process, no dependencies)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Content separation (Page_Content/ directory structure)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Tree-based navigation matching directory structure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Azure Web Apps deployment with web.config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Cache busting via query parameters (?v=YYYYMMDD)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Section-specific background image organization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6B"/>
                </a:solidFill>
              </a:defRPr>
            </a:pPr>
            <a:r>
              <a:t>Key Technical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CSS custom properties for theming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Mobile-first responsive design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Click-to-enlarge image modals on all content images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Smooth scroll animations with Intersection Observer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Background images with opacity overlays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Google Analytics 4 tracking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6B"/>
                </a:solidFill>
              </a:defRPr>
            </a:pPr>
            <a:r>
              <a:t>Content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AI-assisted writing with directive markers: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***Creative Writing with AI - Doug's voice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***Formal Writing with AI - Technical content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***No AI - Raw, unmodified writing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***Instructional - Build instructions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Monthly archive structure for time-based content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Newsletter integration via Buttondown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6B"/>
                </a:solidFill>
              </a:defRPr>
            </a:pPr>
            <a:r>
              <a:t>Two-Phase Build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Phase 1: Homepage Preview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Generate new design system (colors, fonts, layout)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Create homepage only for design approval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No deployment - local preview only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Phase 2: Full Site Build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Apply approved design to all pages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Regenerate all content from Page_Content/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Deploy to Azure production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Send email notifications to subscribers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6B"/>
                </a:solidFill>
              </a:defRPr>
            </a:pPr>
            <a:r>
              <a:t>Image Management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Directory structure by section: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images/background-images/fitness/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images/background-images/rv7/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images/background-images/generic/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images/background-images/everything_else/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CSS implementation via body classes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Fallback to generic/ when section images unavailable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All content images have click-to-enlarge modals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6B"/>
                </a:solidFill>
              </a:defRPr>
            </a:pPr>
            <a:r>
              <a:t>Image Modal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User Experience: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Click any image to view full-size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Multiple close methods (ESC, click outside, × button)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Prevents background scrolling when open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Smooth animations (fadeIn, zoomIn)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Technical Implementation: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CSS ::before pseudo-element for overlay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JavaScript event handlers for interactions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Hover effects indicate clickability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6B"/>
                </a:solidFill>
              </a:defRPr>
            </a:pPr>
            <a:r>
              <a:t>Footer Design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Required footer elements on every page: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Copyright notice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Subscribe link (to #newsletter anchor)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Ko-fi support button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Generation timestamp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Subscribe link navigation: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Homepage: href='#newsletter'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Other pages: href='index.html#newsletter'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Subdirectories: relative paths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Background image at 8% opacity for visual interest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6B"/>
                </a:solidFill>
              </a:defRPr>
            </a:pPr>
            <a:r>
              <a:t>Fitness Section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Initial State: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Single page with training plan and progress log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Restructured Design: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fitness.html - Overview and training plan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fitness-january-2026.html - Monthly archive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Scalable structure for future months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Benefits: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Cleaner separation of concerns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Better organization for long-term tracking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Easier navigation to specific time periods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6B"/>
                </a:solidFill>
              </a:defRPr>
            </a:pPr>
            <a:r>
              <a:t>Accountability Log Addition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New 'Everything Else' section launched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Daily accountability log tracking: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Activities and progress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Honest self-assessment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Personal narrative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Image layout strategy: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Floating images (45% width, max 400px)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Alternating left/right placement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Text wrapping around images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Click-to-enlarge modal functionality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6B"/>
                </a:solidFill>
              </a:defRPr>
            </a:pPr>
            <a:r>
              <a:t>Deployment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scripts/deploy-azure.sh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Creates deployment artifact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Deploys to Azure Web App via zip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Commits changes to git repository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Pushes to GitHub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scripts/send-notification.sh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Standalone email notification system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8 random email template variations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Sends to all Buttondown subscribers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Combined: bash scripts/deploy-azure.sh prod &amp;&amp; bash scripts/send-notification.sh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6B"/>
                </a:solidFill>
              </a:defRPr>
            </a:pPr>
            <a:r>
              <a:t>CSS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Single main.css file with: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CSS custom properties in :root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Mobile-first responsive design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Utility classes for spacing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Smooth transitions throughout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Background image implementation: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Default .hero-background class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Body class overrides (specificity)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Example: body.fitness-page .hero-background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Footer background via ::before pseudo-element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6B"/>
                </a:solidFill>
              </a:defRPr>
            </a:pPr>
            <a:r>
              <a:t>JavaScript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No external dependencies - vanilla JavaScript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Key functionality: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Mobile navigation toggle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Smooth scrolling for anchor links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Intersection Observer for fade-in animations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Image modal system (click-to-enlarge)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Background scroll prevention when modal active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Performance considerations: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Event delegation where appropriate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Minimal DOM manipulation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6B"/>
                </a:solidFill>
              </a:defRPr>
            </a:pPr>
            <a:r>
              <a:t>Cache Busting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Problem: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Browsers aggressively cache CSS/JS files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Users see outdated styles after deployment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Solution: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Query parameters with build date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Example: main.css?v=20260112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Format: YYYYMMDD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Implementation: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All &lt;link&gt; tags include version parameter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All &lt;script&gt; tags include version parameter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Version updated with each build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6B"/>
                </a:solidFill>
              </a:defRPr>
            </a:pPr>
            <a:r>
              <a:t>Background Image Technical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Hero sections: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15% opacity for readability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background-size: cover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background-position: center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Separate &lt;div class='hero-background'&gt; element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Footer: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8% opacity (darker base color)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::before pseudo-element implementation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z-index layering for content above image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CSS specificity ensures correct section images load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6B"/>
                </a:solidFill>
              </a:defRPr>
            </a:pPr>
            <a:r>
              <a:t>Content Generation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1. Content creation in Page_Content/ directory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Markdown files with AI directives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Organized by section subdirectories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2. AI processing during build: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Creative writing in Doug's voice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Formal/technical content generation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Preserve raw writing where marked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3. HTML generation: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Apply current design system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Insert Google Analytics tracking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Add image modal functionality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Generate footer with timestamp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6B"/>
                </a:solidFill>
              </a:defRPr>
            </a:pPr>
            <a:r>
              <a:t>Design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Current theme: 'Bright Meadow'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Lighter, more fun aesthetic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Bright, playful, energetic, approachable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Avoid dark/brutalist designs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Inspiration sources: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arlenmccluskey.com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mackandpouya.com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aileen.co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iamtamara.design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Every build = completely new design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Colors, typography, layout patterns all regenerated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6B"/>
                </a:solidFill>
              </a:defRPr>
            </a:pPr>
            <a:r>
              <a:t>Security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Never commit sensitive files: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.env (contains API keys)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.godaddy-config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Credentials or secrets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Azure web.config security headers: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X-Frame-Options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X-Content-Type-Options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HTTPS redirection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Static compression enabled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Custom 404 error page configured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6B"/>
                </a:solidFill>
              </a:defRPr>
            </a:pPr>
            <a:r>
              <a:t>Analytics &amp;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Google Analytics 4 integration: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Tracking ID: G-X8VGBX1GHX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Snippet in &lt;head&gt; of every page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Tracks visitor counts and page views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Newsletter tracking: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Buttondown integration for subscribers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Email notifications on new builds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8 randomized email templates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Ko-fi support button: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https://ko-fi.com/dougboyd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Present on every page footer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6B"/>
                </a:solidFill>
              </a:defRPr>
            </a:pPr>
            <a:r>
              <a:t>Key Challenges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Challenge: Images not showing after build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Solution: Implemented body class CSS specificity pattern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Challenge: Browser caching old CSS/JS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Solution: Query parameter cache busting with build date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Challenge: Images full-width with no text flow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Solution: Floating layout (45% width, alternating sides)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Challenge: Making images feel interactive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Solution: Click-to-enlarge modal with multiple close methods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Challenge: Footer needed Subscribe link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Solution: Anchor navigation to #newsletter section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6B"/>
                </a:solidFill>
              </a:defRPr>
            </a:pPr>
            <a:r>
              <a:t>Build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buildInstructions.md: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Two-phase build process documented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Background image requirements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Image modal treatment specification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Footer requirements and structure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Cache busting requirements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Google Analytics integration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CLAUDE.md: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Project overview for Claude Code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Architecture decisions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Development workflow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Deployment instructions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6B"/>
                </a:solidFill>
              </a:defRPr>
            </a:pPr>
            <a:r>
              <a:t>Testing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Local development: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python -m http.server 8000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npx http-server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No build step required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Validation checks: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All navigation links functional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Background images loading correctly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Image modals working on all pages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Subscribe links pointing to #newsletter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Responsive design on mobile/tablet/desktop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Cache busting parameters present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Deployment validation: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Azure status check via scripts/deploy-azure.sh status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6B"/>
                </a:solidFill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Planned additions: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RV7 builder's log detailed entries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More writings and technical articles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Additional 'Everything Else' projects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Family planner development notes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Software experiments documentation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Infrastructure improvements: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Automated testing pipeline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Performance monitoring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A/B testing for design variations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Content strategy: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Regular running log updates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Daily accountability entries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6B"/>
                </a:solidFill>
              </a:defRPr>
            </a:pPr>
            <a:r>
              <a:t>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Simplicity wins: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No framework = no framework problems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Static files = fast, reliable, easy to deploy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Plan for iteration: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Two-phase build allows design exploration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Separation of content and presentation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Document everything: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Build instructions prevent rework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Clear patterns enable consistency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AI as a force multiplier: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Content generation with voice preservation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Rapid prototyping of features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Consistent implementation patterns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6B"/>
                </a:solidFill>
              </a:defRPr>
            </a:pPr>
            <a:r>
              <a:t>Technical Stack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Frontend: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Pure HTML5, CSS3, JavaScript (ES6+)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No frameworks, no dependencies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Hosting &amp; Deployment: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Azure Web Apps (Production)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GitHub for version control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Bash scripts for deployment automation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Third-party Services: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Google Analytics 4 (tracking)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Buttondown (newsletter)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Ko-fi (support/donations)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Development Tools: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Claude Code (AI-assisted development)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Python for automation scripts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6B6B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dougboyd.com.au</a:t>
            </a:r>
          </a:p>
          <a:p>
            <a:pPr algn="ctr">
              <a:defRPr sz="2000">
                <a:solidFill>
                  <a:srgbClr val="333333"/>
                </a:solidFill>
              </a:defRPr>
            </a:pPr>
            <a:r>
              <a:t>github.com/dougboyd/dougboyd.com.au</a:t>
            </a:r>
          </a:p>
          <a:p/>
          <a:p>
            <a:pPr algn="ctr">
              <a:defRPr sz="1800" i="1">
                <a:solidFill>
                  <a:srgbClr val="FF9F1C"/>
                </a:solidFill>
              </a:defRPr>
            </a:pPr>
            <a:r>
              <a:t>Built with Claude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